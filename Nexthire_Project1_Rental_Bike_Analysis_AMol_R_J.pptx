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57" r:id="rId4"/>
    <p:sldId id="265" r:id="rId5"/>
    <p:sldId id="266" r:id="rId6"/>
    <p:sldId id="267" r:id="rId7"/>
    <p:sldId id="268" r:id="rId8"/>
    <p:sldId id="269" r:id="rId9"/>
    <p:sldId id="270" r:id="rId10"/>
    <p:sldId id="27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23474-2EAD-9854-60A5-644EFD332C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A6D3E1-710F-8B76-8DFD-2CE60E2064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71A810-FDD4-545B-2D63-84EE01298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09E8A-DB3F-4B7B-98F0-33565EB59EFD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5298AA-8157-9BD3-9562-F8503CFB0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60B08-BA80-885E-22F4-1C7659099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339E8-36F8-48E8-BD94-D9BD6006B6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4413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4B490-41CE-3029-0E5E-08237A4A9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6F36A-3EBB-D8D2-91BA-BD8A1C8417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70D791-54CE-6CF0-8B30-58CE0CC35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09E8A-DB3F-4B7B-98F0-33565EB59EFD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8D4C1E-64FB-BB7C-BB0C-937E31635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0CA8CF-9274-E4BD-56C3-75121867B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339E8-36F8-48E8-BD94-D9BD6006B6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1740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E56E2-9DD8-D242-1869-A2CE188B9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01D344-6DB2-BDD8-0B93-DE9EFD91FB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BB24F0-191D-4924-2688-170C5BFA6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09E8A-DB3F-4B7B-98F0-33565EB59EFD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C78F5-1545-0800-C335-607C533D0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23207F-D7A9-D1B6-C25D-303ECF98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339E8-36F8-48E8-BD94-D9BD6006B6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4799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EF41C-B705-9B6E-199E-B283447EC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31ABC-6525-C381-7D75-7924543393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60C700-3230-FDC7-7ED9-89865FA65A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9599E9-5EC4-4CFD-75B2-3F8B5FD7F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09E8A-DB3F-4B7B-98F0-33565EB59EFD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F6514B-B95C-03BE-F06D-AD6B19711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C7E317-A5F6-D4D4-917D-47568C7E6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339E8-36F8-48E8-BD94-D9BD6006B6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7396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20F5B-80B4-0060-1AEB-ED82D508F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A120F9-91C1-D2E8-793C-1D3F42A872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C26481-3500-CE9D-194B-61996BC7FA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B08881-D53A-1769-471B-BDC36FF6F6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CBF39C-4CC5-BB4E-F562-442E6AA250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682A8D-A19A-DA7C-B92C-CAD3836CF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09E8A-DB3F-4B7B-98F0-33565EB59EFD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5C5B51-67A7-9060-C556-1E45B7175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CA25D6-FC9A-1B51-C162-E5D7E1357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339E8-36F8-48E8-BD94-D9BD6006B6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2997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F502B-4803-8A05-228D-9019AAC44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1286AD-5122-02AD-0938-EA1FF8E3A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09E8A-DB3F-4B7B-98F0-33565EB59EFD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954913-37B3-7712-A2A8-941CDED1C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895FD5-772C-D4C0-4436-233AB399C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339E8-36F8-48E8-BD94-D9BD6006B6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6347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C2278F-DAE5-A429-22E7-E97E672BE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09E8A-DB3F-4B7B-98F0-33565EB59EFD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170C2D-83FC-C4E9-DBBE-D8D424CC3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B62285-13E2-3B41-DC63-1930FD9F0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339E8-36F8-48E8-BD94-D9BD6006B6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0330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50B11-1C5B-BF63-24F3-3691F0BA0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7FED8-93CC-8B99-8263-554DC8634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8F7535-6D8C-40CE-5937-1C8D88A3C5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29DE56-370D-5786-F884-680E06C00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09E8A-DB3F-4B7B-98F0-33565EB59EFD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F0BC8D-BD3D-D991-3A0D-0B571E7CA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D7FA1E-4887-1FAA-861B-B72798B5E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339E8-36F8-48E8-BD94-D9BD6006B6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2284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6A9A1-C374-A6A9-A212-31597C612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5C3974-5B83-8985-BF9B-42C99F7B17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0D2C30-23E8-6175-1767-711023AE87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DC445-80CC-3A98-FEB3-FBC97F2B2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09E8A-DB3F-4B7B-98F0-33565EB59EFD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BEB400-8390-D022-6941-BF83ED7F7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AA9F5F-9261-B573-37A0-3183A42E3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339E8-36F8-48E8-BD94-D9BD6006B6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4769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91150-F313-283A-BE53-8F263C04B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0EF18A-3948-0886-F8AC-692013B66C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B916FF-4A82-35BE-B7A6-6C2153FED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09E8A-DB3F-4B7B-98F0-33565EB59EFD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189650-DE47-BD53-990F-AA6936041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355CC7-F9CC-BC6D-834A-BD642E0E9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339E8-36F8-48E8-BD94-D9BD6006B6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4010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74BB69-8656-6E70-2D6A-3DD964CEBA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E9167C-4C82-D740-71A8-306CDA32B3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3AACC2-339E-FBF2-3408-354154F2B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09E8A-DB3F-4B7B-98F0-33565EB59EFD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DC10B-3A4A-104A-ECA1-A17F16F47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F7D609-92F1-17F5-C4F5-8EA756CBE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339E8-36F8-48E8-BD94-D9BD6006B6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9544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2C5816-DF97-369D-D41A-7271760E0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A19092-60CC-CF89-82E0-7842C0032F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F8734-96E7-1083-071B-2F6F232B57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709E8A-DB3F-4B7B-98F0-33565EB59EFD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DCA9C6-3B6A-657D-73F1-7AE7559508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5092F-2B9D-1269-1941-95E120DF88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6339E8-36F8-48E8-BD94-D9BD6006B6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2558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D6E4BAF-8AA4-6DD9-A144-35069B0827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749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ECD028A-435B-49CA-2C25-A1139DD2DF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382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9CCA496-C9A6-88F2-A2CC-E05528197E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821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302391-3985-8EF8-08EE-823C548858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285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A6F3D5-ECC2-FEA8-2B65-916E15FF2B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33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033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2AD61B-BF76-6D88-EE04-8F489A32EE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731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E5609C-C1DC-A4C7-3CCD-9C536EBAF6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929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8F7DE6-D784-BE18-5511-F01B243F3F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390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2C63CD-04C4-15FC-D640-0BE31EC89D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9477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B12802-E477-7FBA-595C-29F36A2FD2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263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Amol Ramkrushna J.</dc:creator>
  <cp:lastModifiedBy>Amol Ramkrushna J.</cp:lastModifiedBy>
  <cp:revision>1</cp:revision>
  <dcterms:created xsi:type="dcterms:W3CDTF">2026-10-10T05:57:50Z</dcterms:created>
  <dcterms:modified xsi:type="dcterms:W3CDTF">2026-10-10T06:05:22Z</dcterms:modified>
</cp:coreProperties>
</file>